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9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46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DD21BB-1CE0-7901-61C2-3B24602F78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8FD5469-6BA4-AEC3-A5B7-904EBCD32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6950A4-FD24-F065-8B74-E08809913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1A8E2FC-709B-0B0C-C029-EBF71BD70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C22FCD2-5031-5192-6F55-08DC40C06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6846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2D063F-8D80-4D91-22E2-D3DEBF066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231B1F-F03E-7638-E4A4-4125EF0AF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959CBFB-7FCF-D142-FAD6-7826CF3FE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754CE63-EB05-D633-249F-5A775A114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EAE44CA-E21D-5601-228B-BF77BD1E6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614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F48CDE-C309-59C4-4895-0A4BBFF9F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80C6CFE-E1FD-D0F4-6F08-5B9A36337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624640F-D135-A307-6D41-393B432B8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1984362-0410-3E83-E073-F7F8009A1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95F0DB1-2B9E-7E60-5988-AEF189FF6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3043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3FC0A3-466C-4402-CC05-2C760C56A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F82F9EE-E6E9-63EA-CCB5-E1390FB64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4FB9B13-53D0-3EDC-C6AC-052A16943F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D8CC1C4-4FDC-953F-0161-CA3C4FA71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EB0905-5001-CF99-4B0C-4886C62D3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15FE4F4-019B-60F5-CD1D-BA4689D0C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35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5D6C3A-C82D-4D1D-2005-62EAE28A08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7216FAF-EC17-1EDD-2BEF-A5ED41265B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A0FD0E4-0D98-904D-CAB3-B048FDD35B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3080324-FC3B-5BA8-64C8-7DF5FA3EF4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13B409B-857E-1C2A-E03E-B0FFE187DF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8982A2E-A67E-3B0B-A6F3-DE0906837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33CFF35-20A1-0B0F-2D60-0744DB5D5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4A7FD97-F161-6EE1-74EE-652DA1FE0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28026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CDBB13-8CA2-FA7B-C3C8-EEB3DB605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50E2318-6E16-F401-B279-2202461F9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5834A39-D4BC-0C8F-50E8-46B3F88C3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330EE6B-C09A-94C7-6B0F-7E4EC2213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126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F4F0933-72DA-E507-0159-F34CCA911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1B07705-56D7-EC36-E832-FCEEA99BB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A17672-C458-F1AF-C153-E98EA3804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4733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B0213D-5179-8CEB-DBB0-4B8A16480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79A7073-C342-4670-0A3D-C1A748902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AB8202E-D7E3-1708-CD37-2631CF80F3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2D6FC1-9165-CFDB-916F-7517EED9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DB14E1F-C985-1235-1E21-3BC8A2AB5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1AFCD46-3388-4030-3AB6-2567CA3E4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6731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97292C-130C-97BF-1F27-E960A7E70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1A8B82CE-728F-4C07-214A-B649716ACA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B6D5A2F-69C8-4EB0-4EE9-429E6AD6A0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DE789A3-0747-DC6A-E48F-A508E1C91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4923689-F78B-B593-D149-2FEC61348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B242A2B-08DB-4614-F5EC-340D91AA1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1541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9AA423-CEDB-9333-2D70-1477C63B3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2D7517C-4A32-C725-A9A4-35038922CF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6579B0D-EC4D-E8EE-125F-B9782A552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F14A52-F46D-C764-67DB-5EF3A880B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3E0F349-990C-42DE-2C83-8A9F5BD66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8182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C20F6AD7-2C3E-337C-C915-248B46EDD5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18491BC-9B74-18A8-CE89-91CFBC7B02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69A1F4-F529-4E90-AAC4-7E83A6130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8C5E071-7399-1927-27A7-870D6B7C5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A2405C-10FF-4A73-0165-EBEA4658F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5321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4001160-7BC7-DA17-AE3A-7E976507F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299B181-B603-F483-F517-AAE033C3B4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1B8419E-9B0D-2480-6D28-3A2431ACDC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D4EF5E-5CA6-42F0-B583-013C857A1C28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75911B9-1B6C-D2A5-A9C9-F6A3260782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E5886C3-2DD9-73CC-F407-F7101F9809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9187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F47304-A677-F55B-B5DE-7B02625294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Problème et opportunité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57530C9-4457-F5E1-E0A9-3614B28FE1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Comment utiliser l'IA pour proposer automatiquement des vêtements pertinents à partir du style de l'utilisateur ?</a:t>
            </a:r>
          </a:p>
        </p:txBody>
      </p:sp>
    </p:spTree>
    <p:extLst>
      <p:ext uri="{BB962C8B-B14F-4D97-AF65-F5344CB8AC3E}">
        <p14:creationId xmlns:p14="http://schemas.microsoft.com/office/powerpoint/2010/main" val="854628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3213A-4121-8045-8B96-F206B6FD0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EA7BA9-DF68-23C7-47A3-65E3B1A91A4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Périmètre du POC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6D39539-8546-959C-BAF4-41CED07143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Photo utilisateur → analyse IA → recherche dans catalogue → Top 5 recommandations</a:t>
            </a:r>
          </a:p>
        </p:txBody>
      </p:sp>
    </p:spTree>
    <p:extLst>
      <p:ext uri="{BB962C8B-B14F-4D97-AF65-F5344CB8AC3E}">
        <p14:creationId xmlns:p14="http://schemas.microsoft.com/office/powerpoint/2010/main" val="915999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3390E-DB1D-BD20-E2C7-BCACE1031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F06571-9862-3925-3138-EA086E36E6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Données et technologies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FC90CBF-97C8-2953-EDBB-78FAD08180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Images + descriptions + tags + caractéristiques produits</a:t>
            </a:r>
            <a:br>
              <a:rPr lang="fr-FR" dirty="0"/>
            </a:br>
            <a:r>
              <a:rPr lang="fr-FR" dirty="0"/>
              <a:t>→ modèle de vision pré-entraîné</a:t>
            </a:r>
            <a:br>
              <a:rPr lang="fr-FR" dirty="0"/>
            </a:br>
            <a:r>
              <a:rPr lang="fr-FR" dirty="0"/>
              <a:t>→ </a:t>
            </a:r>
            <a:r>
              <a:rPr lang="fr-FR" dirty="0" err="1"/>
              <a:t>embeddings</a:t>
            </a:r>
            <a:br>
              <a:rPr lang="fr-FR" dirty="0"/>
            </a:br>
            <a:r>
              <a:rPr lang="fr-FR" dirty="0"/>
              <a:t>→ recherche de similarité</a:t>
            </a:r>
            <a:br>
              <a:rPr lang="fr-FR" dirty="0"/>
            </a:br>
            <a:r>
              <a:rPr lang="fr-FR" dirty="0"/>
              <a:t>→ recommandation.</a:t>
            </a:r>
          </a:p>
        </p:txBody>
      </p:sp>
    </p:spTree>
    <p:extLst>
      <p:ext uri="{BB962C8B-B14F-4D97-AF65-F5344CB8AC3E}">
        <p14:creationId xmlns:p14="http://schemas.microsoft.com/office/powerpoint/2010/main" val="13577741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F7802-B14C-BA96-AACD-F5B3FF0DF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AE7D39-4309-1DD2-9CDA-58AF9AE9FA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Critères de succès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BF51F8F-852A-CA2E-F3A4-6A5D75E95D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Faisabilité technique + pertinence + performance + coût.</a:t>
            </a:r>
          </a:p>
        </p:txBody>
      </p:sp>
    </p:spTree>
    <p:extLst>
      <p:ext uri="{BB962C8B-B14F-4D97-AF65-F5344CB8AC3E}">
        <p14:creationId xmlns:p14="http://schemas.microsoft.com/office/powerpoint/2010/main" val="308984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F78A6-4BF3-0ADC-973B-7249FDF6F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650CEB-A0C8-6175-C64C-7BF1713790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Charge et planning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A9893AD-47B9-7AAD-7A18-476D62A8D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12 jours-homme environ, avec Data </a:t>
            </a:r>
            <a:r>
              <a:rPr lang="fr-FR" dirty="0" err="1"/>
              <a:t>Engineer</a:t>
            </a:r>
            <a:r>
              <a:rPr lang="fr-FR" dirty="0"/>
              <a:t> + Data </a:t>
            </a:r>
            <a:r>
              <a:rPr lang="fr-FR" dirty="0" err="1"/>
              <a:t>Scientist</a:t>
            </a:r>
            <a:r>
              <a:rPr lang="fr-FR" dirty="0"/>
              <a:t> + développeur + métier</a:t>
            </a:r>
          </a:p>
        </p:txBody>
      </p:sp>
    </p:spTree>
    <p:extLst>
      <p:ext uri="{BB962C8B-B14F-4D97-AF65-F5344CB8AC3E}">
        <p14:creationId xmlns:p14="http://schemas.microsoft.com/office/powerpoint/2010/main" val="13296090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CDF54-111A-BFF8-3736-8B156EBA6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102D7-5EAD-813E-35EA-CFF435560F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Résultat attendu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7E45329-5764-2436-FC27-81C18EA13E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Nous serons capables de déterminer si les données et technologies disponibles permettent de construire un moteur de recommandation IA pertinent, à quel niveau de performance et avec quel coût de passage à l'échelle.</a:t>
            </a:r>
          </a:p>
        </p:txBody>
      </p:sp>
    </p:spTree>
    <p:extLst>
      <p:ext uri="{BB962C8B-B14F-4D97-AF65-F5344CB8AC3E}">
        <p14:creationId xmlns:p14="http://schemas.microsoft.com/office/powerpoint/2010/main" val="175364197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130</Words>
  <Application>Microsoft Office PowerPoint</Application>
  <PresentationFormat>Grand écran</PresentationFormat>
  <Paragraphs>12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Thème Office</vt:lpstr>
      <vt:lpstr>Problème et opportunité</vt:lpstr>
      <vt:lpstr>Périmètre du POC</vt:lpstr>
      <vt:lpstr>Données et technologies</vt:lpstr>
      <vt:lpstr>Critères de succès</vt:lpstr>
      <vt:lpstr>Charge et planning</vt:lpstr>
      <vt:lpstr>Résultat attendu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auguey</dc:creator>
  <cp:lastModifiedBy>thomas auguey</cp:lastModifiedBy>
  <cp:revision>2</cp:revision>
  <dcterms:created xsi:type="dcterms:W3CDTF">2026-09-21T07:42:57Z</dcterms:created>
  <dcterms:modified xsi:type="dcterms:W3CDTF">2026-09-21T07:45:54Z</dcterms:modified>
</cp:coreProperties>
</file>